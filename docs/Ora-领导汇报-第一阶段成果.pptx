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口播：上边壳、中间度量衡、底下车道（Worktree）与手脚（插件/进程）；右边 Agent 与企业系统都是可插拔外部能力。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第一阶段成果汇报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 —— 面向 AI Agent 的 IDE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 Agent 孤岛，打通华为研发全链路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书同文 · 车同轨 · 万物皆可插件 · 欢迎加入并行世界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2011680" cy="36576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· Web ·（移动端可扩展）｜Rust 内核｜TypeScript 插件｜一插件一进程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华为内部业务 / 技术领导汇报 ｜ 约 20–25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AI 落地困境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371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孤岛 · 系统林立 · 流程鸿沟 · 万国造 · 界面与并行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3736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 怎么解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331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五招破局：三体世界 · IPD · 纳管 · Beauty · 并行车道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 是什么 &amp; 架构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291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 · 华为规范五层架构 · 领域模型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3736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两个演示场景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4251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插件/Skill 纳管 · 华为开发上库闭环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3736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总结与支持诉求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5212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第一阶段成果回扣 · 请领导支持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困境总览：天顶星科技，还在拼刺刀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不是模型不够强，是协同方式、流程与工具仍在「拼刺刀」。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孤岛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协同断裂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系统林立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学习成本高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流程鸿沟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水土不服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8972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万国造 Skill/MCP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难复用难治理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工具负担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配置成负担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37560" y="32004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204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原始界面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2044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硬核≠好用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32004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8E8E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55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工作方式落后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5508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跑不满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598932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9893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明明是天顶星科技，还在拼刺刀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困境：Agent 孤岛（上）—— 开发连贯性被强制打断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任务杂、场景多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 Agent 难以覆盖复杂场景，需要多种异构 Agent 协同工作。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97480"/>
            <a:ext cx="411480" cy="41148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43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百花齐放却无法协同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做一个功能，开发者在多个 Agent 之间来回拷贝数据 → 开发连贯性被强制打断。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23360"/>
            <a:ext cx="411480" cy="41148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690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共享靠污染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 Agent 共用同一工作目录才能共享 → 极易造成目录污染。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1005840"/>
            <a:ext cx="4297680" cy="4572000"/>
          </a:xfrm>
          <a:prstGeom prst="roundRect">
            <a:avLst>
              <a:gd name="adj" fmla="val 170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示意图：窗口间拷贝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0" y="173736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9019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拷贝上下文 / 粘贴产物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283464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999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拷贝上下文 / 粘贴产物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93192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4096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43800" y="5074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开发连贯性被强制打断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困境：Agent 孤岛（下）—— 自闭症大脑 + 人被异化为手脚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上下文异构 · 记忆异构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你的记忆不是我的记忆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我的语言你一知半解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都是「自闭症」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异构上下文无法自然互通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8E8E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有大脑、没手脚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无法对接各系统、不会用合适工具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必须开发人员参与补位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人被异化为 Agent 的手脚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开发连贯性再次被打断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30352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3035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孤岛的本质 = 无法协同 + 无法触达系统 + 人沦为胶水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困境：系统林立 + 流程鸿沟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系统林立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华为内部项目 / 开发 / 测试相关系统众多且逻辑复杂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开发者学习成本高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注意力被系统切换吞噬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流程鸿沟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种类繁多，缺少适配华为 IPD 流程的 Spec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AI 工具无法理解华为内部语境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水土不服：进得了对话，进不了公司流程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12064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20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进得了对话，进不了公司流程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困境：「万国造」Skill/MCP + Agent 工具负担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万国造 Skill / MCP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管理标准不统一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Skill/MCP 到处散落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缺少统一线上管理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知识难复用，质量无法保证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工具负担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磨刀不误砍柴工，柴刀多了也误工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并行时，管理与配置本身成为负担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能力越多，治理越乱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最后谁都不敢用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12064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20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能力越多，治理越乱，最后谁都不敢用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困境：原始界面 —— 硬核不代表好用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现状：Agent CLI / TUI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界面原始，信息密度不高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展示杂乱，关键路径难找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信息获取效率低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直接阻碍开发效率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0F4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期待：IDE 级信息架构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高密度但不杂乱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Session / 产物一目了然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+ Web 同源体验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does matter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25780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2578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丢掉硬核的思想包袱 —— Beauty does matter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困境：工作方式落后 —— Token 再多也用不出去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随便找我司员工，能完整用过或说出 Worktree 概念的，不到一半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开发方式落后、工作习惯老旧；各 Agent CLI 仍在沿用这种落后方式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工作负载跑不满：有并行潜力，却堵在一条命令行 / 一个目录里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明明是天顶星科技，还在拼刺刀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8E8E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困境清楚了 → Ora 如何系统性解题：统一度量衡、打通流程、纳管资产、升级体验、并行车道。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解题总纲：五招破局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012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43000"/>
            <a:ext cx="457200" cy="45720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16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0698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书同文车同轨，统一度量衡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39903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共享记忆与上下文，打造三体世界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76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0299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IPD 工作流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35915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打通开发全链路，把人从系统中解放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36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29900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本地规则 + Skill/MCP 市场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31927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本地云上一把抓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96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39502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does matter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27939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Agent 更好的手脚与面孔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80060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056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49103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Worktree = 开发车道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523951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并排行驶，欢迎加入并行世界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招式 1–2：三体世界 + IPD 工作流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书同文车同轨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统一协议与对象模型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 Agent 共享上下文、记忆与产物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不再靠拷贝粘贴或污染同目录协同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 Agent 的三体世界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自研 IPD 工作流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把华为开发语境与门禁写进工作流 / Spec / Skill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打通：编码 → 测试 → 上库 → MR → 流水线 → 合入 → 回调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人从繁杂系统切换中解放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从「Agent 的手脚」变回「决策者」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招式 3–4：统一纳管 + Beauty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本地规则 + Skill/MCP 市场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本地有规则，云上有市场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Skill/MCP 可导入项目统一纳管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也可选择后给 Agent 统一安装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本地云上一把抓；告别霰弹式修改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Beauty does matter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级信息架构：高密度但不杂乱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+ Web 同源体验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丢掉硬核的思想包袱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硬核不代表好用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招式 5：把 Worktree 变成开发车道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2194560" cy="73152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车道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任务自动分流到隔离 Worktree（像车道）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463040"/>
            <a:ext cx="2194560" cy="73152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车道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进度可视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进度可视化管理，一目了然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463040"/>
            <a:ext cx="2194560" cy="73152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车道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并排行驶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 Agent 并排行驶，不再堵在一条命令行里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0" y="11887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1463040"/>
            <a:ext cx="2194560" cy="73152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车道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创建极简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7260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Worktree 像呼吸一样简单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720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欢迎加入并行世界 —— 让 Token 真正跑满负载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 应用架构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0350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华为规范分层｜体验 / 应用 / 领域 / 基础设施 / 插件生态与外部系统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FFF5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3327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体验层 Experience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Desktop（Tauri） ｜ Web Client ｜ Mobile（规划）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AppShell：Project / Task / Session / Chat / Settings·Atoms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836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应用层 Application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305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Server（Rust/Axum）｜ 用例编排 ｜ Chat/ACP 客户端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插件宿主：发现 / 安装 / 生命周期 / 一插件一进程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60904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3405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领域层 Domain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· Task · Worktree · Session · AgentDefinition ·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统一契约 Contracts（含 ACP：会话 / 权限 / FS / 终端 / MCP…）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11296"/>
            <a:ext cx="11338560" cy="777240"/>
          </a:xfrm>
          <a:prstGeom prst="roundRect">
            <a:avLst>
              <a:gd name="adj" fmla="val 5882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844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基础设施层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831336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｜ Git 运行时（多 Worktree）｜ 进程管理 ｜ PTY ｜ 日志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 SDK（TypeScript / Bun · JSON-RPC）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34340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EEF6F2"/>
          </a:solidFill>
          <a:ln w="15875">
            <a:solidFill>
              <a:srgbClr val="2E7D3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4360" y="4434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L5a 插件生态（可插拔）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754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UI / Workbench / 工作流 / IM /「同事插件」…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 + Bun · 一插件一进程 · Agent 矮化为工具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434340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F3F0F7"/>
          </a:solidFill>
          <a:ln w="15875">
            <a:solidFill>
              <a:srgbClr val="6B5B9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46520" y="4434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L5b 外部系统（可插拔）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754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Codex / OpenCode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CodeHub / MR / 流水线 / 内部系统  ···  ACP / 工具对接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标注：后端 Rust ｜ 前端 Desktop+Web（Mobile 规划）｜ Task↔Worktree 隔离并行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 核心能力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109728" cy="214884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71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万物皆可插件化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Agent、IM、UI、Workbench、工作流；甚至把同事打包为插件。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05156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051560"/>
            <a:ext cx="109728" cy="214884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71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无缝切换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共享异构上下文、记忆与产物；一个应用完成所有操作，告别窗口间拷贝。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83280"/>
            <a:ext cx="109728" cy="214884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并行世界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呼吸一样创建 Worktree；隔离任务；可视化进度；多 Agent 并发释放效率。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3832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383280"/>
            <a:ext cx="109728" cy="214884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统一纳管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4297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统一纳管本地 Agent 与配置；统一对接内部 Agent 市场；告别霰弹式修改。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插件宇宙：类型与价值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2377440" cy="594360"/>
          </a:xfrm>
          <a:prstGeom prst="rect">
            <a:avLst/>
          </a:prstGeom>
          <a:solidFill>
            <a:srgbClr val="CE0E2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插件类型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005840"/>
            <a:ext cx="3840480" cy="594360"/>
          </a:xfrm>
          <a:prstGeom prst="rect">
            <a:avLst/>
          </a:prstGeom>
          <a:solidFill>
            <a:srgbClr val="CE0E2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1005840"/>
            <a:ext cx="4754880" cy="594360"/>
          </a:xfrm>
          <a:prstGeom prst="rect">
            <a:avLst/>
          </a:prstGeom>
          <a:solidFill>
            <a:srgbClr val="CE0E2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143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645920"/>
            <a:ext cx="2377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1645920"/>
            <a:ext cx="3840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对接异构大脑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164592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Code、Codex、OpenCode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286000"/>
            <a:ext cx="237744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0360" y="2286000"/>
            <a:ext cx="384048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 IPD/上库全链路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2286000"/>
            <a:ext cx="475488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华为开发上库流程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2926080"/>
            <a:ext cx="2377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Workbench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2926080"/>
            <a:ext cx="3840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提升信息获取与专业操作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2608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可视化面板、评审台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566160"/>
            <a:ext cx="237744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/ 扩展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880360" y="3566160"/>
            <a:ext cx="384048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通知、协同、审批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20840" y="3566160"/>
            <a:ext cx="475488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即时通讯、回调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4206240"/>
            <a:ext cx="23774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「同事」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880360" y="4206240"/>
            <a:ext cx="3840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人机协同也是插件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720840" y="420624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人工审批节点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技术点：TypeScript + Bun；一插件一进程；进程可完整回收。　彩蛋：你甚至可以把同事打包为插件。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领域对象：人不再当胶水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6858000" cy="4114800"/>
          </a:xfrm>
          <a:prstGeom prst="roundRect">
            <a:avLst>
              <a:gd name="adj" fmla="val 1778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Task  ──► Worktree（隔离车道）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Session ──► Agent（可切换的执行器）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平台资产：Agent 定义 / Skill / MCP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（Atoms + 市场）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09728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设计意图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18120" y="19202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人以 Project/Task 为中心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而不是以某个 CLI 为中心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可以换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流程与资产留下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486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可以换，流程与资产留下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场景导览：从「能聊天」到「能交付」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插件、Agent、Skill/MCP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统一纳管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识别本地 Agent 与资产 → 导入项目或统一安装 → 在 Ora 内对话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8E8E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OpenCode / Claude Code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装上 Skill，跑通华为上库闭环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→ 测试 → CodeHub → MR → 流水线 → 修复回环 → 合入 → 回调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512064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120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从「能聊天」到「能交付」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场景①：插件 / Agent / Skill / MCP 纳管（故事）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安装对应 Agent 插件之后，识别本地已安装 Agent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识别其 Skill、MCP、配置等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导入到项目目录统一纳管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或选择 Skill/MCP 给 Agent 统一安装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Ora 内选择插件 → 与本地 Agent 对话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2062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本地云上一把抓；配置不再霰弹式修改；知识可复用、可治理。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场景①：Skill / MCP 纳管流程图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0350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86868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8E8EB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9784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开始：在 Ora 安装 Agent 插件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280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5727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插件探测本地 Agent 安装与配置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1874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2057400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1671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识别本地 Skill / MCP 列表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468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651760"/>
            <a:ext cx="2743200" cy="640080"/>
          </a:xfrm>
          <a:prstGeom prst="diamond">
            <a:avLst/>
          </a:prstGeom>
          <a:solidFill>
            <a:srgbClr val="FFF8E7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导入纳管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安装到 Agent？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 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EEF6F2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导入项目目录 → 统一纳管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（版本 / 启用 / 复用）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32461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勾选 Skill/MCP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向目标 Agent 统一安装/同步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840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汇合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4069080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1788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Atoms / 项目视图确认纳管结果（统一可见）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4480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46634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8E8EB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7731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Agent 插件 → 创建 Task（自动 Worktree）→ Session 对话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53492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31815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54589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箭头表示流程方向；菱形为分支判断；两支汇合后进入对话。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场景②：Skill 驱动的华为开发上库自动驾驶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576072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9144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241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挂载上库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Skill/MCP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9144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0241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241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本地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83880" y="9144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3F0F7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0241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提交到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CodeHub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49840" y="9144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3F0F7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10241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创建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0" y="205740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F3F0F7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1671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跑 MR 合并流水线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560" y="2194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0" y="1965960"/>
            <a:ext cx="2377440" cy="822960"/>
          </a:xfrm>
          <a:prstGeom prst="diamond">
            <a:avLst/>
          </a:prstGeom>
          <a:solidFill>
            <a:srgbClr val="FFF8E7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194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扫描是否通过？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否（格式等问题）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24028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DF2E9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3500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修改代码 → 重新提交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↻ 回到第 7 步（回环）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2880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0" y="32461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EF6F2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3355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通知 Committer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合并代码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75120" y="32461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EF6F2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355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代码合并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1540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235440" y="32461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EF6F2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3355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消息回调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状态回写 Ora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4297680"/>
            <a:ext cx="1133856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图例与说明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4800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主路径：粗箭头「→」按 1→11 顺序前进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失败回环：橙色路径 —— 扫描不通过 → Agent 修复 → 重新提交 → 回到第 7 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紫色底节点：CodeHub / MR / 流水线等企业系统能力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本流程符合华为开发上库门禁习惯：先本地验证，再上库建 MR，再合入回调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场景②：四泳道流向（人从手脚升级为决策者）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576072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371600" cy="41148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822960"/>
            <a:ext cx="2286000" cy="41148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822960"/>
            <a:ext cx="2468880" cy="41148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822960"/>
            <a:ext cx="2468880" cy="41148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插件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822960"/>
            <a:ext cx="2560320" cy="41148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CodeHub / 流水线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234440"/>
            <a:ext cx="1371600" cy="777240"/>
          </a:xfrm>
          <a:prstGeom prst="rect">
            <a:avLst/>
          </a:prstGeom>
          <a:solidFill>
            <a:srgbClr val="F8E8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41732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1234440"/>
            <a:ext cx="2286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141732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Agent、确认 Skill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123444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14173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加载工作流/纳管资产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23444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14173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1234440"/>
            <a:ext cx="2560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141732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011680"/>
            <a:ext cx="1371600" cy="777240"/>
          </a:xfrm>
          <a:prstGeom prst="rect">
            <a:avLst/>
          </a:prstGeom>
          <a:solidFill>
            <a:srgbClr val="F8E8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1945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2011680"/>
            <a:ext cx="228600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10512" y="219456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提需求、关键确认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2011680"/>
            <a:ext cx="24688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96512" y="21945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+ Worktree 隔离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2011680"/>
            <a:ext cx="24688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1945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编码、本地测试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2011680"/>
            <a:ext cx="256032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34272" y="21945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788920"/>
            <a:ext cx="1371600" cy="777240"/>
          </a:xfrm>
          <a:prstGeom prst="rect">
            <a:avLst/>
          </a:prstGeom>
          <a:solidFill>
            <a:srgbClr val="F8E8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297180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2788920"/>
            <a:ext cx="2286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10512" y="29718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可选审批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23360" y="278892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297180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编排提交流程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78892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297180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push / 建 MR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961120" y="2788920"/>
            <a:ext cx="2560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34272" y="297180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CodeHub 收码、建 MR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566160"/>
            <a:ext cx="1371600" cy="777240"/>
          </a:xfrm>
          <a:prstGeom prst="rect">
            <a:avLst/>
          </a:prstGeom>
          <a:solidFill>
            <a:srgbClr val="F8E8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37490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37360" y="3566160"/>
            <a:ext cx="228600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10512" y="3749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23360" y="3566160"/>
            <a:ext cx="24688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37490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失败信息回灌 Session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3566160"/>
            <a:ext cx="24688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374904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Skill 修复再推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961120" y="3566160"/>
            <a:ext cx="256032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34272" y="374904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流水线扫描 / 重跑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4343400"/>
            <a:ext cx="1371600" cy="777240"/>
          </a:xfrm>
          <a:prstGeom prst="rect">
            <a:avLst/>
          </a:prstGeom>
          <a:solidFill>
            <a:srgbClr val="F8E8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52628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合入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737360" y="4343400"/>
            <a:ext cx="2286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10512" y="45262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Committer 合并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023360" y="434340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96512" y="452628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 + 状态展示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92240" y="434340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65392" y="452628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961120" y="4343400"/>
            <a:ext cx="2560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34272" y="452628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+ 回调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" y="5303520"/>
            <a:ext cx="73152" cy="5029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3035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0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人从「Agent 的手脚」升级为「决策者」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箭头语义：横向为阶段推进；单元格内容为该角色在该阶段的真实动作 / 数据流向。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双场景价值对照（Before / After）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0120"/>
            <a:ext cx="2194560" cy="731520"/>
          </a:xfrm>
          <a:prstGeom prst="rect">
            <a:avLst/>
          </a:prstGeom>
          <a:solidFill>
            <a:srgbClr val="CE0E2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4300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960120"/>
            <a:ext cx="4389120" cy="731520"/>
          </a:xfrm>
          <a:prstGeom prst="rect">
            <a:avLst/>
          </a:prstGeom>
          <a:solidFill>
            <a:srgbClr val="CE0E2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7208" y="1143000"/>
            <a:ext cx="4169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960120"/>
            <a:ext cx="4572000" cy="731520"/>
          </a:xfrm>
          <a:prstGeom prst="rect">
            <a:avLst/>
          </a:prstGeom>
          <a:solidFill>
            <a:srgbClr val="CE0E2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6328" y="1143000"/>
            <a:ext cx="4352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After（Ora）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2194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92024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1737360"/>
            <a:ext cx="43891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1920240"/>
            <a:ext cx="4169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拷贝数据 / 污染同目录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1737360"/>
            <a:ext cx="4572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328" y="1920240"/>
            <a:ext cx="4352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共享上下文与产物，Worktree 隔离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514600"/>
            <a:ext cx="219456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69748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Skill/MCP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97480" y="2514600"/>
            <a:ext cx="438912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7208" y="2697480"/>
            <a:ext cx="4169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万国造、到处散落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86600" y="2514600"/>
            <a:ext cx="457200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2697480"/>
            <a:ext cx="4352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项目纳管 + 统一安装 + 市场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2194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47472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华为流程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97480" y="3291840"/>
            <a:ext cx="43891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07208" y="3474720"/>
            <a:ext cx="4169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水土不服、人肉串系统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86600" y="3291840"/>
            <a:ext cx="4572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3474720"/>
            <a:ext cx="4352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IPD/上库工作流 + Skill 自动驾驶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069080"/>
            <a:ext cx="219456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25196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界面与效率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97480" y="4069080"/>
            <a:ext cx="438912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07208" y="4251960"/>
            <a:ext cx="4169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杂乱、负载跑不满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086600" y="4069080"/>
            <a:ext cx="457200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4251960"/>
            <a:ext cx="4352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体验 + 多车道并行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4846320"/>
            <a:ext cx="2194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02920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人的角色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97480" y="4846320"/>
            <a:ext cx="43891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07208" y="5029200"/>
            <a:ext cx="4169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的手脚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086600" y="4846320"/>
            <a:ext cx="4572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96328" y="5029200"/>
            <a:ext cx="4352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510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总结：第一阶段成果与支持诉求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694944"/>
            <a:ext cx="502920" cy="45720"/>
          </a:xfrm>
          <a:prstGeom prst="rect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320040" cy="32004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332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960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三体世界 —— 共享记忆与上下文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320040" cy="32004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463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IPD 工作流 —— 打通全链路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39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1965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+ 市场 —— Skill/MCP 一把抓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320040" cy="32004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420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468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Beauty does matter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CE0E2D"/>
          </a:solidFill>
          <a:ln w="12700">
            <a:solidFill>
              <a:srgbClr val="CE0E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44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2971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并行世界 —— Worktree 开发车道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11155680" cy="2194560"/>
          </a:xfrm>
          <a:prstGeom prst="roundRect">
            <a:avLst>
              <a:gd name="adj" fmla="val 3333"/>
            </a:avLst>
          </a:prstGeom>
          <a:solidFill>
            <a:srgbClr val="F8E8E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40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我们不是再做一个 Agent，而是做让所有 Agent、流程与人协作的 IDE。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第一阶段成果（架构与能力底座）：Rust 内核与领域模型、插件宿主（TS+Bun / 一插件一进程）、Worktree 并行底座、Desktop+Web 体验层、ACP/契约与演示场景设计。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请领导支持：持续投入与资源保障，推进 Agent 插件生态、华为 IPD/上库 Skill、以及 CodeHub 等内部系统对接落地。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 —— 面向 AI Agent 的 IDE｜第一阶段成果汇报</dc:title>
  <dc:subject>华为内部领导汇报</dc:subject>
  <dc:creator>Ora Team</dc:creator>
  <cp:lastModifiedBy>Ora Team</cp:lastModifiedBy>
  <cp:revision>1</cp:revision>
  <dcterms:created xsi:type="dcterms:W3CDTF">2026-07-22T01:38:18Z</dcterms:created>
  <dcterms:modified xsi:type="dcterms:W3CDTF">2026-07-22T01:38:18Z</dcterms:modified>
</cp:coreProperties>
</file>